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演讲备注 NOTE_MARKER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C3270"/>
                </a:solidFill>
              </a:rPr>
              <a:t>妈妈讲故事 — PPT_STYLE_MARKER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solidFill>
            <a:srgbClr val="A85667"/>
          </a:solidFill>
          <a:ln w="12700">
            <a:solidFill>
              <a:srgbClr val="A8566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2026-10-04T12:42:14Z</dcterms:created>
  <dcterms:modified xsi:type="dcterms:W3CDTF">2026-10-04T12:42:14Z</dcterms:modified>
</cp:coreProperties>
</file>